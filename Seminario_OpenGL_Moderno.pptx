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SEMINÁRIO TÉCNICO DE COMPUTAÇÃO GRÁFICA — TEMA 2</a:t>
            </a:r>
          </a:p>
          <a:p>
            <a:pPr algn="ctr">
              <a:spcBef>
                <a:spcPts val="1400"/>
              </a:spcBef>
              <a:spcAft>
                <a:spcPts val="1400"/>
              </a:spcAft>
              <a:defRPr sz="3800" b="1">
                <a:solidFill>
                  <a:srgbClr val="38BDF8"/>
                </a:solidFill>
              </a:defRPr>
            </a:pPr>
            <a:r>
              <a:t>OpenGL Moderno:</a:t>
            </a:r>
            <a:br/>
            <a:r>
              <a:t>VAO, VBO, EBO e GLSL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Do Modo Imediato (glBegin/glEnd das Aulas) ao Pipeline Programável na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BLOCO 1 — CONTEXTUALIZAÇÃO E FUNDAMENTOS (4 A 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O que é o OpenGL Moderno e Quais Problemas Resolve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Contexto e Finalidade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F1F5F9"/>
                </a:solidFill>
              </a:rPr>
              <a:t>• Histórico:</a:t>
            </a:r>
            <a:r>
              <a:rPr sz="1300">
                <a:solidFill>
                  <a:srgbClr val="94A3B8"/>
                </a:solidFill>
              </a:rPr>
              <a:t> Até o OpenGL 2.1 usava-se o Modo Imediato (glBegin/glEnd), onde a CPU enviava vértice por vértice a cada frame.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1F5F9"/>
                </a:solidFill>
              </a:rPr>
              <a:t>• OpenGL Moderno (3.3+):</a:t>
            </a:r>
            <a:r>
              <a:rPr sz="1300">
                <a:solidFill>
                  <a:srgbClr val="94A3B8"/>
                </a:solidFill>
              </a:rPr>
              <a:t> Substitui o pipeline fixo pelo Pipeline Programável baseado em Buffers na GPU e Shaders.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1F5F9"/>
                </a:solidFill>
              </a:rPr>
              <a:t>• Finalidade:</a:t>
            </a:r>
            <a:r>
              <a:rPr sz="1300">
                <a:solidFill>
                  <a:srgbClr val="94A3B8"/>
                </a:solidFill>
              </a:rPr>
              <a:t> Transferir a malha 3D uma única vez para a VRAM da placa de vídeo e programar vértices e pixels diretamente na GPU.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Problemas que Resolve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F1F5F9"/>
                </a:solidFill>
              </a:rPr>
              <a:t>• Gargalo CPU → GPU:</a:t>
            </a:r>
            <a:r>
              <a:rPr sz="1300">
                <a:solidFill>
                  <a:srgbClr val="94A3B8"/>
                </a:solidFill>
              </a:rPr>
              <a:t> Elimina milhares de chamadas glVertex3f() por frame que travavam o barramento de dados.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1F5F9"/>
                </a:solidFill>
              </a:rPr>
              <a:t>• Vértices Duplicados:</a:t>
            </a:r>
            <a:r>
              <a:rPr sz="1300">
                <a:solidFill>
                  <a:srgbClr val="94A3B8"/>
                </a:solidFill>
              </a:rPr>
              <a:t> Um cubo tem apenas 8 cantos, mas sem indexação exigia 36 vértices (12 triângulos × 3 pontas).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1F5F9"/>
                </a:solidFill>
              </a:rPr>
              <a:t>• Rigidez Visual:</a:t>
            </a:r>
            <a:r>
              <a:rPr sz="1300">
                <a:solidFill>
                  <a:srgbClr val="94A3B8"/>
                </a:solidFill>
              </a:rPr>
              <a:t> Permite programar transformações e efeitos de cor/brilho customizados via GLSL.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BLOCO 1 — CONTEXTUALIZAÇÃO E FUNDAMENTOS (4 A 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Os 4 Conceitos Fundamentais: VBO, EBO, VAO e GLSL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1. VBO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Vertex Buffer Object: Bloco de memória na GPU (VRAM) que guarda os atributos dos vértices: Posição (X,Y,Z) e Cor (R,G,B).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5146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91639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EBO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19456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Element Buffer Object: Guarda a lista de índices inteiros que dizem quais vértices do VBO formam cada triângulo.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5146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39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3. VAO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Vertex Array Object: Registra o formato do VBO (stride de 24 bytes e offsets) e o vínculo com o EBO.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5146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691639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4. GLSL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194560"/>
            <a:ext cx="2240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OpenGL Shading Language: Código em C que roda na GPU (Vertex Shader para posição e Fragment Shader para pixels).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Aplicações, Possibilidades e Limitações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Aplicações: Motores de jogos, CAD, simuladores. Vantagem: Altíssimo desempenho na GPU. Limitação: Código inicial mais verboso.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BLOCO 2 — FUNCIONAMENTO E COMPUTAÇÃO GRÁFICA (7 A 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Pipeline Gráfico, Layout de Memória (24B) e Papel CPU vs. GPU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Layout de Cada Vértice no VBO (Stride = 6 floats × 4 bytes = 24 bytes)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[ X, Y, Z (Posição: 3 floats = 12 bytes) ➔ Offset 0 ]   +   [ R, G, B (Cor: 3 floats = 12 bytes) ➔ Offset 12 ]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2120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Papel da CPU (Python)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Na inicialização: envia os 8 vértices para o VBO e os 36 índices para o EBO uma única vez.</a:t>
            </a:r>
            <a:br/>
            <a:r>
              <a:t>• A cada frame: calcula a matriz 4x4 combinada (MVP = Projection * View * Model), envia via Uniform e chama glDrawElements().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52120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337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Papel da GPU (GLSL + Rasterizador)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39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Vertex Shader: multiplica cada um dos 8 vértices pela matriz u_mvp.</a:t>
            </a:r>
            <a:br/>
            <a:r>
              <a:t>• Rasterização: monta os 12 triângulos usando os índices do EBO e interpola as cores suavemente.</a:t>
            </a:r>
            <a:br/>
            <a:r>
              <a:t>• Fragment Shader + Z-Buffer: pinta cada pixel e resolve a profundidade 3D.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4FC"/>
                </a:solidFill>
              </a:defRPr>
            </a:pPr>
            <a:r>
              <a:t>BLOCO 2 — FUNCIONAMENTO E COMPUTAÇÃO GRÁFICA (7 A 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Relação com a Disciplina: OpenGL das Aulas vs. OpenGL Moderno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Conceito da Aula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OpenGL Legado (Aulas)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OpenGL Moderno (Nosso Código)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O que mudou?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Envio de Vértices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glBegin() / glVertex3f() / glEnd()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VBO (glBufferData) + VAO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Substituído (Fica na VRAM da GPU)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Primitivas e Reuso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GL_QUADS repetindo vértices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GL_TRIANGLES + EBO (glDrawElements)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Otimizado (8 vértices + 36 índices)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Transformações 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glRotatef(), glTranslatef()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Matrizes 4x4 em NumPy (calcular_matriz_mvp)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Desabstraído (Matemática explícita)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Câmera e Projeção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gluPerspective(45, 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Matriz Frustum multiplicada no Vertex Shader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Substituído (Sem biblioteca GLU)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Cores e Z-Buffer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glColor3f() + GL_DEPTH_TEST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Interpolação no Fragment Shader + GL_DEPTH_TEST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Cores programáveis; Z-Buffer mantido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ADE80"/>
                </a:solidFill>
              </a:defRPr>
            </a:pPr>
            <a:r>
              <a:t>BLOCO 3 — CÓDIGO, DEMONSTRAÇÃO E CONCLUSÕES (7 A 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Estrutura Enxuta (main.py + shaders/) e Demonstração Ao Vivo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Trecho Principal: VAO, VBO e EBO (main.py)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Courier New"/>
              </a:defRPr>
            </a:pPr>
            <a:r>
              <a:t>glBindVertexArray(vao)</a:t>
            </a:r>
            <a:br/>
            <a:br/>
            <a:r>
              <a:t># VBO: 8 vértices (Posição + Cor)</a:t>
            </a:r>
            <a:br/>
            <a:r>
              <a:t>glBindBuffer(GL_ARRAY_BUFFER, vbo)</a:t>
            </a:r>
            <a:br/>
            <a:r>
              <a:t>glBufferData(GL_ARRAY_BUFFER, VERTICES.nbytes, VERTICES, GL_STATIC_DRAW)</a:t>
            </a:r>
            <a:br/>
            <a:br/>
            <a:r>
              <a:t># EBO: 36 índices (12 triângulos)</a:t>
            </a:r>
            <a:br/>
            <a:r>
              <a:t>glBindBuffer(GL_ELEMENT_ARRAY_BUFFER, ebo)</a:t>
            </a:r>
            <a:br/>
            <a:r>
              <a:t>glBufferData(GL_ELEMENT_ARRAY_BUFFER, INDICES.nbytes, INDICES, GL_STATIC_DRAW)</a:t>
            </a:r>
            <a:br/>
            <a:br/>
            <a:r>
              <a:t># Stride = 24 bytes (0B = Posição | 12B = Cor)</a:t>
            </a:r>
            <a:br/>
            <a:r>
              <a:t>glVertexAttribPointer(0, 3, GL_FLOAT, GL_FALSE, 24, ctypes.c_void_p(0))</a:t>
            </a:r>
            <a:br/>
            <a:r>
              <a:t>glVertexAttribPointer(1, 3, GL_FLOAT, GL_FALSE, 24, ctypes.c_void_p(12))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Parâmetros Modificados Ao Vivo + Conclusões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Tecla [W]: Alterna Wireframe (GL_LINE) vs Preenchido (GL_FILL).</a:t>
            </a:r>
            <a:br/>
            <a:br/>
            <a:r>
              <a:t>• Teclas [- / +]: Diminui ou aumenta o número de triângulos desenhados pelo EBO ao vivo (1 a 12 triângulos)!</a:t>
            </a:r>
            <a:br/>
            <a:br/>
            <a:r>
              <a:t>• Tecla [B]: Altera o uniform 'u_brilho' no Fragment Shader.</a:t>
            </a:r>
            <a:br/>
            <a:br/>
            <a:r>
              <a:t>• [Espaço / Setas]: Pausa e rotaciona a matriz MVP 3D.</a:t>
            </a:r>
            <a:br/>
            <a:br/>
            <a:r>
              <a:t>✔ Conclusão: VAO, VBO, EBO e GLSL unem máxima eficiência de memória na GPU com liberdade total de programação.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